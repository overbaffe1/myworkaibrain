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Добро пожаловать в музей оживших вещей! Перед вами три самых богатых анимированных экспоната нашей коллекции.
Каждый экспонат — это настоящая 3D-модель внутри PowerPoint: её можно крутить мышкой прямо на слайде. Но главное — она двигается сама: внутри каждой модели спрятана скелетная анимация, и PowerPoint крутит её по кругу, пока открыт слайд. Никакого видео — только модель и кости.
Первый экспонат — торговый корабль, чемпион коллекции: 23 кости, 69 каналов анимации. Он идёт по волнам — а волны бегут по-настоящему, у воды восемь шарниров. Паруса дышат, вымпел полощется, а над мачтами кружит чайка и время от времени планирует с неподвижными крыльями.
Как смотреть: дайте слайду постоять 6–7 секунд — и вы увидите полный цикл: качку, волну, взмах крыльев.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экспонат — арфа, которая играет сама. Смотрите на струны: по ним пробегает глиссандо — волна дрожи идёт вверх, потом обратно вниз. У каждой струны свой шарнир на верхнем конце, а веса настроены так, что концы закреплены, а гнётся только середина — как у настоящей струны.
А из струн вылетают золотые ноты: они поднимаются вверх, растут и тают — всего в модели 17 костей.
Самое интересное: дрожь каждой струны — это затухающая синусоида с частотой 22 колебания за цикл. На слух мы её не слышим, но глаз читает её как настоящий звук.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экспонат — свеча. Пламя мерцает, вьётся дымок, а вокруг огня по орбите кружит мотылёк и машет крыльями.
Самое интересное — как сделано мерцание: это сумма синусов с целыми частотами — 3, 7, 13 и 5, 11, 17 колебаний за цикл. Выглядит как случайное дрожание огня, но начало и конец цикла совпадают идеально — шва не видно.
Дым — это вереница клубов: каждый поднимается, растёт и исчезает ровно к концу своей жизни, поэтому прыжок назад незаметен. А мотылёк летит по кругу: кость орбиты делает полный оборот, крылья машут в противофазе.
Итог нашего маленького музея: три предмета, три характера движения — море, музыка и огонь. Всё смоделировано кодом в Blender, всё крутится само.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1480" y="98755"/>
              <a:ext cx="548640" cy="54864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148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МУЗЕЙ ОЖИВШИХ ВЕЩЕЙ  ·  ТОП-3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МУЗЕЙ ОЖИВШИХ ВЕЩЕЙ  ·  ТОП-3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</a:t>
            </a:r>
            <a:endParaRPr lang="en-US" sz="900" dirty="0"/>
          </a:p>
        </p:txBody>
      </p:sp>
      <p:pic>
        <p:nvPicPr>
          <p:cNvPr id="10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338" y="-907542"/>
            <a:ext cx="9678924" cy="9678924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5549494" y="794614"/>
            <a:ext cx="6274613" cy="627461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681728" y="-73152"/>
            <a:ext cx="8010144" cy="80101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3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5667451"/>
            <a:ext cx="5340096" cy="133502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ship">
                <a:extLst>
                  <a:ext uri="{FF2B5EF4-FFF2-40B4-BE49-F238E27FC236}">
                    <a16:creationId xmlns:a16="http://schemas.microsoft.com/office/drawing/2014/main" id="{0B4DA675-D15B-28B5-04DA-001D143288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49240" y="594360"/>
              <a:ext cx="6675120" cy="667512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570367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2581" d="1000000"/>
                    <am3d:preTrans dx="-1974193" dy="-4006451" dz="-46452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20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ship">
                <a:extLst>
                  <a:ext uri="{FF2B5EF4-FFF2-40B4-BE49-F238E27FC236}">
                    <a16:creationId xmlns:a16="http://schemas.microsoft.com/office/drawing/2014/main" id="{0B4DA675-D15B-28B5-04DA-001D143288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9240" y="594360"/>
                <a:ext cx="6675120" cy="667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863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Корабль идёт по волнам, над мачтами кружит чайка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Музей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оживших вещей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310128"/>
            <a:ext cx="1005840" cy="3657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4747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самые богатые анимированные 3D-модели коллекции: их можно крутить мышкой — а двигаются они сами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526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КОРАБЛЬ   ·   АРФА   ·   СВЕЧА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2120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358384"/>
            <a:ext cx="50292" cy="66751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0749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0749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394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кости, 69 каналов анимации: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волны бегут, паруса дышат, вымпел полощется, чайка кружит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и всё это внутри одного .glb без единого кадра видео.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harp">
                <a:extLst>
                  <a:ext uri="{FF2B5EF4-FFF2-40B4-BE49-F238E27FC236}">
                    <a16:creationId xmlns:a16="http://schemas.microsoft.com/office/drawing/2014/main" id="{8730512D-E292-9DE0-9E62-E7B81FAE94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389120" cy="438912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harp">
                <a:extLst>
                  <a:ext uri="{FF2B5EF4-FFF2-40B4-BE49-F238E27FC236}">
                    <a16:creationId xmlns:a16="http://schemas.microsoft.com/office/drawing/2014/main" id="{8730512D-E292-9DE0-9E62-E7B81FAE94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41004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21528" y="98755"/>
              <a:ext cx="548640" cy="54864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2152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АРФА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МУЗЕЙ ОЖИВШИХ ВЕЩЕЙ  ·  ТОП-3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-118872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29754" y="1000354"/>
            <a:ext cx="4125773" cy="412577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9168" y="429768"/>
            <a:ext cx="5266944" cy="52669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3" y="4303166"/>
            <a:ext cx="2721254" cy="68031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harp">
                <a:extLst>
                  <a:ext uri="{FF2B5EF4-FFF2-40B4-BE49-F238E27FC236}">
                    <a16:creationId xmlns:a16="http://schemas.microsoft.com/office/drawing/2014/main" id="{368BF625-03F1-3E96-D7FB-50150A6A52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868680"/>
              <a:ext cx="4389120" cy="438912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harp">
                <a:extLst>
                  <a:ext uri="{FF2B5EF4-FFF2-40B4-BE49-F238E27FC236}">
                    <a16:creationId xmlns:a16="http://schemas.microsoft.com/office/drawing/2014/main" id="{368BF625-03F1-3E96-D7FB-50150A6A52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86868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909560" y="495056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Арфа: глиссандо по струнам — и ноты взлетают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Арфа, которая играет сама</a:t>
            </a:r>
            <a:endParaRPr lang="en-US" sz="3300" dirty="0"/>
          </a:p>
        </p:txBody>
      </p:sp>
      <p:sp>
        <p:nvSpPr>
          <p:cNvPr id="18" name="fx2_1_1"/>
          <p:cNvSpPr/>
          <p:nvPr/>
        </p:nvSpPr>
        <p:spPr>
          <a:xfrm>
            <a:off x="685800" y="21762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2_1_2"/>
          <p:cNvSpPr/>
          <p:nvPr/>
        </p:nvSpPr>
        <p:spPr>
          <a:xfrm>
            <a:off x="1280160" y="22128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Глиссандо вверх и вниз</a:t>
            </a:r>
            <a:endParaRPr lang="en-US" sz="1400" dirty="0"/>
          </a:p>
        </p:txBody>
      </p:sp>
      <p:sp>
        <p:nvSpPr>
          <p:cNvPr id="20" name="fx2_1_3"/>
          <p:cNvSpPr/>
          <p:nvPr/>
        </p:nvSpPr>
        <p:spPr>
          <a:xfrm>
            <a:off x="1280160" y="248716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Волна дрожи пробегает по струнам туда и обратно — у каждой своя задержка.</a:t>
            </a:r>
            <a:endParaRPr lang="en-US" sz="1150" dirty="0"/>
          </a:p>
        </p:txBody>
      </p:sp>
      <p:sp>
        <p:nvSpPr>
          <p:cNvPr id="21" name="fx2_2_4"/>
          <p:cNvSpPr/>
          <p:nvPr/>
        </p:nvSpPr>
        <p:spPr>
          <a:xfrm>
            <a:off x="685800" y="28895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2_2_5"/>
          <p:cNvSpPr/>
          <p:nvPr/>
        </p:nvSpPr>
        <p:spPr>
          <a:xfrm>
            <a:off x="1280160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Ноты взлетают</a:t>
            </a:r>
            <a:endParaRPr lang="en-US" sz="1400" dirty="0"/>
          </a:p>
        </p:txBody>
      </p:sp>
      <p:sp>
        <p:nvSpPr>
          <p:cNvPr id="23" name="fx2_2_6"/>
          <p:cNvSpPr/>
          <p:nvPr/>
        </p:nvSpPr>
        <p:spPr>
          <a:xfrm>
            <a:off x="1280160" y="32004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Золотые ноты поднимаются из струн вверх, растут и растворяются.</a:t>
            </a:r>
            <a:endParaRPr lang="en-US" sz="1150" dirty="0"/>
          </a:p>
        </p:txBody>
      </p:sp>
      <p:sp>
        <p:nvSpPr>
          <p:cNvPr id="24" name="fx2_3_7"/>
          <p:cNvSpPr/>
          <p:nvPr/>
        </p:nvSpPr>
        <p:spPr>
          <a:xfrm>
            <a:off x="68580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2_3_8"/>
          <p:cNvSpPr/>
          <p:nvPr/>
        </p:nvSpPr>
        <p:spPr>
          <a:xfrm>
            <a:off x="1280160" y="3639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Концы закреплены</a:t>
            </a:r>
            <a:endParaRPr lang="en-US" sz="1400" dirty="0"/>
          </a:p>
        </p:txBody>
      </p:sp>
      <p:sp>
        <p:nvSpPr>
          <p:cNvPr id="26" name="fx2_3_9"/>
          <p:cNvSpPr/>
          <p:nvPr/>
        </p:nvSpPr>
        <p:spPr>
          <a:xfrm>
            <a:off x="1280160" y="39136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Гнётся только середина струны — веса настроены синусом, как у настоящей.</a:t>
            </a:r>
            <a:endParaRPr lang="en-US" sz="1150" dirty="0"/>
          </a:p>
        </p:txBody>
      </p:sp>
      <p:sp>
        <p:nvSpPr>
          <p:cNvPr id="27" name="fx2_4_10"/>
          <p:cNvSpPr/>
          <p:nvPr/>
        </p:nvSpPr>
        <p:spPr>
          <a:xfrm>
            <a:off x="685800" y="43159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8" name="fx2_4_11"/>
          <p:cNvSpPr/>
          <p:nvPr/>
        </p:nvSpPr>
        <p:spPr>
          <a:xfrm>
            <a:off x="1280160" y="43525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костей</a:t>
            </a:r>
            <a:endParaRPr lang="en-US" sz="1400" dirty="0"/>
          </a:p>
        </p:txBody>
      </p:sp>
      <p:sp>
        <p:nvSpPr>
          <p:cNvPr id="29" name="fx2_4_12"/>
          <p:cNvSpPr/>
          <p:nvPr/>
        </p:nvSpPr>
        <p:spPr>
          <a:xfrm>
            <a:off x="1280160" y="462686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Шарнир у каждой струны плюс летящие ноты — всё в одном бесшовном цикле.</a:t>
            </a:r>
            <a:endParaRPr lang="en-US" sz="1150" dirty="0"/>
          </a:p>
        </p:txBody>
      </p:sp>
      <p:sp>
        <p:nvSpPr>
          <p:cNvPr id="30" name="fx2_8_13"/>
          <p:cNvSpPr/>
          <p:nvPr/>
        </p:nvSpPr>
        <p:spPr>
          <a:xfrm>
            <a:off x="685800" y="5138928"/>
            <a:ext cx="6400800" cy="1060704"/>
          </a:xfrm>
          <a:prstGeom prst="roundRect">
            <a:avLst>
              <a:gd name="adj" fmla="val 6897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2_8_14"/>
          <p:cNvSpPr/>
          <p:nvPr/>
        </p:nvSpPr>
        <p:spPr>
          <a:xfrm>
            <a:off x="685800" y="5285232"/>
            <a:ext cx="50292" cy="76809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2_8_15"/>
          <p:cNvSpPr/>
          <p:nvPr/>
        </p:nvSpPr>
        <p:spPr>
          <a:xfrm>
            <a:off x="941832" y="5001768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2_8_16"/>
          <p:cNvSpPr/>
          <p:nvPr/>
        </p:nvSpPr>
        <p:spPr>
          <a:xfrm>
            <a:off x="941832" y="50017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КАК ЭТО УСТРОЕНО</a:t>
            </a:r>
            <a:endParaRPr lang="en-US" sz="850" dirty="0"/>
          </a:p>
        </p:txBody>
      </p:sp>
      <p:sp>
        <p:nvSpPr>
          <p:cNvPr id="34" name="fx2_8_17"/>
          <p:cNvSpPr/>
          <p:nvPr/>
        </p:nvSpPr>
        <p:spPr>
          <a:xfrm>
            <a:off x="960120" y="5321808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Дрожь струны — затухающая синусоида,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колебания за цикл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Звука нет, но глаз слышит глиссандо.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ship">
                <a:extLst>
                  <a:ext uri="{FF2B5EF4-FFF2-40B4-BE49-F238E27FC236}">
                    <a16:creationId xmlns:a16="http://schemas.microsoft.com/office/drawing/2014/main" id="{DB10A92F-6A5A-C6D1-89E5-7D2A4B27A5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7223760" y="960120"/>
              <a:ext cx="6675120" cy="667512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570367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2581" d="1000000"/>
                    <am3d:preTrans dx="-1974193" dy="-4006451" dz="-46452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8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ship">
                <a:extLst>
                  <a:ext uri="{FF2B5EF4-FFF2-40B4-BE49-F238E27FC236}">
                    <a16:creationId xmlns:a16="http://schemas.microsoft.com/office/drawing/2014/main" id="{DB10A92F-6A5A-C6D1-89E5-7D2A4B27A5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223760" y="960120"/>
                <a:ext cx="6675120" cy="66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andle">
                <a:extLst>
                  <a:ext uri="{FF2B5EF4-FFF2-40B4-BE49-F238E27FC236}">
                    <a16:creationId xmlns:a16="http://schemas.microsoft.com/office/drawing/2014/main" id="{76C1789F-3A4E-9657-3749-BE2F354D09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51560"/>
              <a:ext cx="3840480" cy="384048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43573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9716" d="1000000"/>
                    <am3d:preTrans dx="-2363889" dy="-234510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andle">
                <a:extLst>
                  <a:ext uri="{FF2B5EF4-FFF2-40B4-BE49-F238E27FC236}">
                    <a16:creationId xmlns:a16="http://schemas.microsoft.com/office/drawing/2014/main" id="{76C1789F-3A4E-9657-3749-BE2F354D09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051560"/>
                <a:ext cx="3840480" cy="38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31575" y="98755"/>
              <a:ext cx="548640" cy="548640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75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31575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СВЕЧА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МУЗЕЙ ОЖИВШИХ ВЕЩЕЙ  ·  ТОП-3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-178308"/>
            <a:ext cx="5568696" cy="556869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116214" y="801014"/>
            <a:ext cx="3610051" cy="3610051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616952" y="301752"/>
            <a:ext cx="4608576" cy="460857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108" y="3724580"/>
            <a:ext cx="2112264" cy="52806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ndle">
                <a:extLst>
                  <a:ext uri="{FF2B5EF4-FFF2-40B4-BE49-F238E27FC236}">
                    <a16:creationId xmlns:a16="http://schemas.microsoft.com/office/drawing/2014/main" id="{5D7892E7-9379-5D86-37A7-2424DD8CD5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685800"/>
              <a:ext cx="3840480" cy="384048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43573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9716" d="1000000"/>
                    <am3d:preTrans dx="-2363889" dy="-234510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ndle">
                <a:extLst>
                  <a:ext uri="{FF2B5EF4-FFF2-40B4-BE49-F238E27FC236}">
                    <a16:creationId xmlns:a16="http://schemas.microsoft.com/office/drawing/2014/main" id="{5D7892E7-9379-5D86-37A7-2424DD8CD5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1000" y="685800"/>
                <a:ext cx="3840480" cy="3840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82753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Свеча мерцает, мотылёк летит на свет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Огонь, дым и мотылёк</a:t>
            </a:r>
            <a:endParaRPr lang="en-US" sz="3600" dirty="0"/>
          </a:p>
        </p:txBody>
      </p:sp>
      <p:sp>
        <p:nvSpPr>
          <p:cNvPr id="18" name="fx3_1_1"/>
          <p:cNvSpPr/>
          <p:nvPr/>
        </p:nvSpPr>
        <p:spPr>
          <a:xfrm>
            <a:off x="685800" y="18836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3_1_2"/>
          <p:cNvSpPr/>
          <p:nvPr/>
        </p:nvSpPr>
        <p:spPr>
          <a:xfrm>
            <a:off x="1280160" y="1920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Пламя мерцает</a:t>
            </a:r>
            <a:endParaRPr lang="en-US" sz="1400" dirty="0"/>
          </a:p>
        </p:txBody>
      </p:sp>
      <p:sp>
        <p:nvSpPr>
          <p:cNvPr id="20" name="fx3_1_3"/>
          <p:cNvSpPr/>
          <p:nvPr/>
        </p:nvSpPr>
        <p:spPr>
          <a:xfrm>
            <a:off x="1280160" y="21945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Язычок огня дрожит и покачивается — у внутреннего ядра свой ритм.</a:t>
            </a:r>
            <a:endParaRPr lang="en-US" sz="1150" dirty="0"/>
          </a:p>
        </p:txBody>
      </p:sp>
      <p:sp>
        <p:nvSpPr>
          <p:cNvPr id="21" name="fx3_2_4"/>
          <p:cNvSpPr/>
          <p:nvPr/>
        </p:nvSpPr>
        <p:spPr>
          <a:xfrm>
            <a:off x="685800" y="26609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3_2_5"/>
          <p:cNvSpPr/>
          <p:nvPr/>
        </p:nvSpPr>
        <p:spPr>
          <a:xfrm>
            <a:off x="1280160" y="2697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Дым вьётся</a:t>
            </a:r>
            <a:endParaRPr lang="en-US" sz="1400" dirty="0"/>
          </a:p>
        </p:txBody>
      </p:sp>
      <p:sp>
        <p:nvSpPr>
          <p:cNvPr id="23" name="fx3_2_6"/>
          <p:cNvSpPr/>
          <p:nvPr/>
        </p:nvSpPr>
        <p:spPr>
          <a:xfrm>
            <a:off x="1280160" y="2971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Клубы дыма поднимаются вверх, растут и тают один за другим.</a:t>
            </a:r>
            <a:endParaRPr lang="en-US" sz="1150" dirty="0"/>
          </a:p>
        </p:txBody>
      </p:sp>
      <p:sp>
        <p:nvSpPr>
          <p:cNvPr id="24" name="fx3_3_7"/>
          <p:cNvSpPr/>
          <p:nvPr/>
        </p:nvSpPr>
        <p:spPr>
          <a:xfrm>
            <a:off x="685800" y="34381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3_3_8"/>
          <p:cNvSpPr/>
          <p:nvPr/>
        </p:nvSpPr>
        <p:spPr>
          <a:xfrm>
            <a:off x="1280160" y="34747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Мотылёк на орбите</a:t>
            </a:r>
            <a:endParaRPr lang="en-US" sz="1400" dirty="0"/>
          </a:p>
        </p:txBody>
      </p:sp>
      <p:sp>
        <p:nvSpPr>
          <p:cNvPr id="26" name="fx3_3_9"/>
          <p:cNvSpPr/>
          <p:nvPr/>
        </p:nvSpPr>
        <p:spPr>
          <a:xfrm>
            <a:off x="1280160" y="3749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Кружится вокруг огня и машет крыльями в противофазе.</a:t>
            </a:r>
            <a:endParaRPr lang="en-US" sz="1150" dirty="0"/>
          </a:p>
        </p:txBody>
      </p:sp>
      <p:sp>
        <p:nvSpPr>
          <p:cNvPr id="27" name="fx3_5_10"/>
          <p:cNvSpPr/>
          <p:nvPr/>
        </p:nvSpPr>
        <p:spPr>
          <a:xfrm>
            <a:off x="685800" y="443484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8" name="fx3_5_11"/>
          <p:cNvSpPr/>
          <p:nvPr/>
        </p:nvSpPr>
        <p:spPr>
          <a:xfrm>
            <a:off x="685800" y="4581144"/>
            <a:ext cx="50292" cy="66751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9" name="fx3_5_12"/>
          <p:cNvSpPr/>
          <p:nvPr/>
        </p:nvSpPr>
        <p:spPr>
          <a:xfrm>
            <a:off x="941832" y="42976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0" name="fx3_5_13"/>
          <p:cNvSpPr/>
          <p:nvPr/>
        </p:nvSpPr>
        <p:spPr>
          <a:xfrm>
            <a:off x="941832" y="42976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КАК ЭТО УСТРОЕНО</a:t>
            </a:r>
            <a:endParaRPr lang="en-US" sz="850" dirty="0"/>
          </a:p>
        </p:txBody>
      </p:sp>
      <p:sp>
        <p:nvSpPr>
          <p:cNvPr id="31" name="fx3_5_14"/>
          <p:cNvSpPr/>
          <p:nvPr/>
        </p:nvSpPr>
        <p:spPr>
          <a:xfrm>
            <a:off x="96012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Мерцание — сумма синусов с частотами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 7, 13 и 5, 11, 17 колебаний за цикл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выглядит случайно, но цикл бесшовный.</a:t>
            </a:r>
            <a:endParaRPr lang="en-US" sz="1250" dirty="0"/>
          </a:p>
        </p:txBody>
      </p:sp>
      <p:sp>
        <p:nvSpPr>
          <p:cNvPr id="32" name="fx3_6_15"/>
          <p:cNvSpPr/>
          <p:nvPr/>
        </p:nvSpPr>
        <p:spPr>
          <a:xfrm>
            <a:off x="7498080" y="480060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3" name="fx3_7_16"/>
          <p:cNvSpPr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сделано: 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3D-экспонаты и их анимации смоделированы кодом в Blender; в PowerPoint 365 модели крутятся мышкой, а встроенная скелетная анимация играет сама. Модели ship / harp / candle — из коллекции cantillon.</a:t>
            </a:r>
            <a:endParaRPr lang="en-US" sz="8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harp">
                <a:extLst>
                  <a:ext uri="{FF2B5EF4-FFF2-40B4-BE49-F238E27FC236}">
                    <a16:creationId xmlns:a16="http://schemas.microsoft.com/office/drawing/2014/main" id="{79D0796F-7FCC-E305-7BD7-4FF0DCFBA2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234440"/>
              <a:ext cx="4389120" cy="438912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harp">
                <a:extLst>
                  <a:ext uri="{FF2B5EF4-FFF2-40B4-BE49-F238E27FC236}">
                    <a16:creationId xmlns:a16="http://schemas.microsoft.com/office/drawing/2014/main" id="{79D0796F-7FCC-E305-7BD7-4FF0DCFBA2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Музей оживших вещей — топ-3 анимированных 3D-экспоната</dc:title>
  <dc:subject>Шоурил: корабль, арфа и свеча — настоящие 3D-модели с автоплеем анимации</dc:subject>
  <dc:creator>omgGame</dc:creator>
  <cp:lastModifiedBy>omgGame</cp:lastModifiedBy>
  <cp:revision>1</cp:revision>
  <dcterms:created xsi:type="dcterms:W3CDTF">2026-10-07T00:37:15Z</dcterms:created>
  <dcterms:modified xsi:type="dcterms:W3CDTF">2026-10-07T00:37:15Z</dcterms:modified>
</cp:coreProperties>
</file>