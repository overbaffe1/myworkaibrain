
<file path=[Content_Types].xml><?xml version="1.0" encoding="utf-8"?>
<Types xmlns="http://schemas.openxmlformats.org/package/2006/content-types">
  <Default Extension="glb" ContentType="model/gltf.binary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Это фан-слайд — один-единственный, но живой целиком. Здесь нет ни одного статичного 3D-объекта: пять моделей играют свои анимации одновременно, каждая со своей бесшовной петлёй.
В центре — Остров огня: вулкан извергается (фонтан лавы, бомбы, дым, искры), по склонам текут светящиеся потоки, качаются пальмы, а на берегу стоит хижина — кто-то живёт опасно. Над кратером кружит дракон: машет крыльями, планирует и раз за цикл дышит огнём. А выше танцует золотая надпись INFERNO — каждая буква качается в своём ритме.
По краям — живой огонь: два факела с трепещущим пламенем слева и справа, две чаши с булькающей лавой по нижним углам.
Самое интересное: 64 кости на одном слайде — 40 у вулкана, по 7 у факелов, по 5 у чаш. Всё создано кодом в Blender специально для этого слайда, всё крутится само — а мышкой любую модель можно повертеть.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2.png"/><Relationship Id="rId6" Type="http://schemas.openxmlformats.org/officeDocument/2006/relationships/image" Target="../media/image-1-6.png"/><Relationship Id="rId7" Type="http://schemas.openxmlformats.org/officeDocument/2006/relationships/image" Target="../media/image-1-2.png"/><Relationship Id="rId8" Type="http://schemas.openxmlformats.org/officeDocument/2006/relationships/image" Target="../media/image-1-8.png"/><Relationship Id="rId9" Type="http://schemas.openxmlformats.org/officeDocument/2006/relationships/image" Target="../media/image-1-2.png"/><Relationship Id="rId10" Type="http://schemas.openxmlformats.org/officeDocument/2006/relationships/image" Target="../media/image-1-10.png"/><Relationship Id="rId11" Type="http://schemas.openxmlformats.org/officeDocument/2006/relationships/image" Target="../media/image-1-2.png"/><Relationship Id="rId12" Type="http://schemas.openxmlformats.org/officeDocument/2006/relationships/image" Target="../media/image-1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.xml"/><Relationship Id="rIdM3d1" Type="http://schemas.microsoft.com/office/2017/06/relationships/model3d" Target="../media/model3d1.glb"/><Relationship Id="rIdM3d2" Type="http://schemas.microsoft.com/office/2017/06/relationships/model3d" Target="../media/model3d2.glb"/><Relationship Id="rIdM3d3" Type="http://schemas.microsoft.com/office/2017/06/relationships/model3d" Target="../media/model3d3.glb"/><Relationship Id="rIdM3d4" Type="http://schemas.microsoft.com/office/2017/06/relationships/model3d" Target="../media/model3d4.glb"/><Relationship Id="rIdM3d5" Type="http://schemas.microsoft.com/office/2017/06/relationships/model3d" Target="../media/model3d5.glb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am3d="http://schemas.microsoft.com/office/drawing/2017/model3d" mc:Ignorable="am3d">
  <p:cSld name="Slide 1">
    <p:bg>
      <p:bgPr>
        <a:solidFill>
          <a:srgbClr val="0D050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 descr="/home/user/MyWorkAiBrain/presentations/fun/assets/stage-b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rack"/>
          <p:cNvSpPr/>
          <p:nvPr/>
        </p:nvSpPr>
        <p:spPr>
          <a:xfrm>
            <a:off x="685800" y="402336"/>
            <a:ext cx="10820095" cy="91"/>
          </a:xfrm>
          <a:prstGeom prst="line">
            <a:avLst/>
          </a:prstGeom>
          <a:noFill/>
          <a:ln w="9525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4" name="!!progress"/>
          <p:cNvSpPr/>
          <p:nvPr/>
        </p:nvSpPr>
        <p:spPr>
          <a:xfrm>
            <a:off x="685800" y="391363"/>
            <a:ext cx="10820095" cy="21946"/>
          </a:xfrm>
          <a:prstGeom prst="rect">
            <a:avLst/>
          </a:prstGeom>
          <a:solidFill>
            <a:srgbClr val="E8A34F"/>
          </a:solidFill>
          <a:ln/>
        </p:spPr>
      </p:sp>
      <p:sp>
        <p:nvSpPr>
          <p:cNvPr id="5" name="!!kickerbar"/>
          <p:cNvSpPr/>
          <p:nvPr/>
        </p:nvSpPr>
        <p:spPr>
          <a:xfrm>
            <a:off x="685800" y="658368"/>
            <a:ext cx="310896" cy="32004"/>
          </a:xfrm>
          <a:prstGeom prst="rect">
            <a:avLst/>
          </a:prstGeom>
          <a:solidFill>
            <a:srgbClr val="E8A34F"/>
          </a:solidFill>
          <a:ln/>
        </p:spPr>
      </p:sp>
      <p:sp>
        <p:nvSpPr>
          <p:cNvPr id="6" name="!!kicker"/>
          <p:cNvSpPr/>
          <p:nvPr/>
        </p:nvSpPr>
        <p:spPr>
          <a:xfrm>
            <a:off x="1124712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spc="300" kern="0" dirty="0">
                <a:solidFill>
                  <a:srgbClr val="E8A3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ФАН-СЛАЙД  ·  ВСЁ НА СЛАЙДЕ ЖИВОЕ</a:t>
            </a:r>
            <a:endParaRPr lang="en-US" sz="1100" dirty="0"/>
          </a:p>
        </p:txBody>
      </p:sp>
      <p:sp>
        <p:nvSpPr>
          <p:cNvPr id="7" name="!!footline"/>
          <p:cNvSpPr/>
          <p:nvPr/>
        </p:nvSpPr>
        <p:spPr>
          <a:xfrm>
            <a:off x="685800" y="6400800"/>
            <a:ext cx="10820095" cy="91"/>
          </a:xfrm>
          <a:prstGeom prst="line">
            <a:avLst/>
          </a:prstGeom>
          <a:noFill/>
          <a:ln w="9525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8" name="!!footer"/>
          <p:cNvSpPr/>
          <p:nvPr/>
        </p:nvSpPr>
        <p:spPr>
          <a:xfrm>
            <a:off x="685800" y="649224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spc="200" kern="0" dirty="0">
                <a:solidFill>
                  <a:srgbClr val="C4A8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МОДЕЛЕЙ  ·  64 КОСТИ  ·  ПЕТЛИ 6 С + 4 С  ·  КРУТИТСЯ МЫШКОЙ</a:t>
            </a:r>
            <a:endParaRPr lang="en-US" sz="900" dirty="0"/>
          </a:p>
        </p:txBody>
      </p:sp>
      <p:sp>
        <p:nvSpPr>
          <p:cNvPr id="9" name="!!pagenum"/>
          <p:cNvSpPr/>
          <p:nvPr/>
        </p:nvSpPr>
        <p:spPr>
          <a:xfrm>
            <a:off x="10134295" y="64922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spc="200" kern="0" dirty="0">
                <a:solidFill>
                  <a:srgbClr val="C4A8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01</a:t>
            </a:r>
            <a:endParaRPr lang="en-US" sz="900" dirty="0"/>
          </a:p>
        </p:txBody>
      </p:sp>
      <p:pic>
        <p:nvPicPr>
          <p:cNvPr id="10" name="!!glow" descr="/home/user/MyWorkAiBrain/presentations/fun/assets/g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3884" y="-470916"/>
            <a:ext cx="7159752" cy="7159752"/>
          </a:xfrm>
          <a:prstGeom prst="rect">
            <a:avLst/>
          </a:prstGeom>
        </p:spPr>
      </p:pic>
      <p:sp>
        <p:nvSpPr>
          <p:cNvPr id="11" name="!!ring1"/>
          <p:cNvSpPr/>
          <p:nvPr/>
        </p:nvSpPr>
        <p:spPr>
          <a:xfrm>
            <a:off x="4903013" y="788213"/>
            <a:ext cx="4641494" cy="4641494"/>
          </a:xfrm>
          <a:prstGeom prst="ellipse">
            <a:avLst/>
          </a:prstGeom>
          <a:ln w="9525">
            <a:solidFill>
              <a:srgbClr val="E8A34F">
                <a:alpha val="18000"/>
              </a:srgbClr>
            </a:solidFill>
            <a:prstDash val="solid"/>
          </a:ln>
        </p:spPr>
      </p:sp>
      <p:sp>
        <p:nvSpPr>
          <p:cNvPr id="12" name="!!ring2"/>
          <p:cNvSpPr/>
          <p:nvPr/>
        </p:nvSpPr>
        <p:spPr>
          <a:xfrm>
            <a:off x="4261104" y="146304"/>
            <a:ext cx="5925312" cy="5925312"/>
          </a:xfrm>
          <a:prstGeom prst="ellipse">
            <a:avLst/>
          </a:prstGeom>
          <a:ln w="9525">
            <a:solidFill>
              <a:srgbClr val="E8A34F">
                <a:alpha val="12000"/>
              </a:srgbClr>
            </a:solidFill>
            <a:prstDash val="dash"/>
          </a:ln>
        </p:spPr>
      </p:sp>
      <p:pic>
        <p:nvPicPr>
          <p:cNvPr id="13" name="!!shadow" descr="/home/user/MyWorkAiBrain/presentations/fun/assets/shado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8656" y="4392778"/>
            <a:ext cx="3950208" cy="987552"/>
          </a:xfrm>
          <a:prstGeom prst="rect">
            <a:avLst/>
          </a:prstGeom>
        </p:spPr>
      </p:pic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4" name="!!m-volcano">
                <a:extLst>
                  <a:ext uri="{FF2B5EF4-FFF2-40B4-BE49-F238E27FC236}">
                    <a16:creationId xmlns:a16="http://schemas.microsoft.com/office/drawing/2014/main" id="{B0C4143C-579A-E4A2-3295-5DE177609849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754880" y="640080"/>
              <a:ext cx="4937760" cy="4937760"/>
            </p:xfrm>
            <a:graphic>
              <a:graphicData uri="http://schemas.microsoft.com/office/drawing/2017/model3d">
                <am3d:model3d r:embed="rIdM3d1">
                  <am3d:spPr>
                    <a:xfrm>
                      <a:off x="0" y="0"/>
                      <a:ext cx="4937760" cy="4937760"/>
                    </a:xfrm>
                    <a:prstGeom prst="rect">
                      <a:avLst/>
                    </a:prstGeom>
                  </am3d:spPr>
                  <am3d:camera>
                    <am3d:pos x="0" y="0" z="68423773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400802" d="1000000"/>
                    <am3d:preTrans dx="-541082" dy="-370992" dz="167114"/>
                    <am3d:scale>
                      <am3d:sx n="1000000" d="1000000"/>
                      <am3d:sy n="1000000" d="1000000"/>
                      <am3d:sz n="1000000" d="1000000"/>
                    </am3d:scale>
                    <am3d:rot ax="600000" ay="-1440000" az="0"/>
                    <am3d:postTrans dx="0" dy="0" dz="0"/>
                  </am3d:trans>
                  <am3d:raster rName="Office3DRenderer" rVer="16.0.8326">
                    <am3d:blip r:embed="rId4"/>
                  </am3d:raster>
                  <am3d:extLst>
                    <a:ext uri="{9A65AA19-BECB-4387-8358-8AD5134E1D82}">
                      <a3danim:embedAnim xmlns:a3danim="http://schemas.microsoft.com/office/drawing/2018/animation/model3d" animId="0">
                        <a3danim:animPr length="6000" count="indefinite"/>
                      </a3danim:embedAnim>
                    </a:ext>
                    <a:ext uri="{E9DE012E-A134-456F-84FE-255F9AAD75C6}">
                      <a3danim:posterFrame xmlns:a3danim="http://schemas.microsoft.com/office/drawing/2018/animation/model3d" animId="0"/>
                    </a:ext>
                  </am3d:extLst>
                  <am3d:objViewport viewportSz="493776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4" name="!!m-volcano">
                <a:extLst>
                  <a:ext uri="{FF2B5EF4-FFF2-40B4-BE49-F238E27FC236}">
                    <a16:creationId xmlns:a16="http://schemas.microsoft.com/office/drawing/2014/main" id="{B0C4143C-579A-E4A2-3295-5DE17760984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754880" y="640080"/>
                <a:ext cx="4937760" cy="4937760"/>
              </a:xfrm>
              <a:prstGeom prst="rect">
                <a:avLst/>
              </a:prstGeom>
            </p:spPr>
          </p:pic>
        </mc:Fallback>
      </mc:AlternateContent>
      <p:sp>
        <p:nvSpPr>
          <p:cNvPr id="15" name="fx1_9_0"/>
          <p:cNvSpPr/>
          <p:nvPr/>
        </p:nvSpPr>
        <p:spPr>
          <a:xfrm>
            <a:off x="5029200" y="562356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b="1" spc="250" kern="0" dirty="0">
                <a:solidFill>
                  <a:srgbClr val="E8A3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ЭКСПОНАТ 01</a:t>
            </a:r>
            <a:endParaRPr lang="en-US" sz="9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C4A8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Вулкан извергается, дракон кружит и дышит огнём</a:t>
            </a:r>
            <a:endParaRPr lang="en-US" sz="900" dirty="0"/>
          </a:p>
        </p:txBody>
      </p:sp>
      <p:pic>
        <p:nvPicPr>
          <p:cNvPr id="16" name="!!glow-tl" descr="/home/user/MyWorkAiBrain/presentations/fun/assets/glo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" y="2898648"/>
            <a:ext cx="2523744" cy="2523744"/>
          </a:xfrm>
          <a:prstGeom prst="rect">
            <a:avLst/>
          </a:prstGeom>
        </p:spPr>
      </p:pic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7" name="!!m-torch-l">
                <a:extLst>
                  <a:ext uri="{FF2B5EF4-FFF2-40B4-BE49-F238E27FC236}">
                    <a16:creationId xmlns:a16="http://schemas.microsoft.com/office/drawing/2014/main" id="{A2B91389-371D-AC97-B74D-7F50D34B7790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28600" y="3063240"/>
              <a:ext cx="2194560" cy="2194560"/>
            </p:xfrm>
            <a:graphic>
              <a:graphicData uri="http://schemas.microsoft.com/office/drawing/2017/model3d">
                <am3d:model3d r:embed="rIdM3d2">
                  <am3d:spPr>
                    <a:xfrm>
                      <a:off x="0" y="0"/>
                      <a:ext cx="2194560" cy="2194560"/>
                    </a:xfrm>
                    <a:prstGeom prst="rect">
                      <a:avLst/>
                    </a:prstGeom>
                  </am3d:spPr>
                  <am3d:camera>
                    <am3d:pos x="0" y="0" z="49611585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912201" d="1000000"/>
                    <am3d:preTrans dx="0" dy="-1580387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480000" ay="-900000" az="0"/>
                    <am3d:postTrans dx="0" dy="0" dz="0"/>
                  </am3d:trans>
                  <am3d:raster rName="Office3DRenderer" rVer="16.0.8326">
                    <am3d:blip r:embed="rId6"/>
                  </am3d:raster>
                  <am3d:extLst>
                    <a:ext uri="{9A65AA19-BECB-4387-8358-8AD5134E1D82}">
                      <a3danim:embedAnim xmlns:a3danim="http://schemas.microsoft.com/office/drawing/2018/animation/model3d" animId="0">
                        <a3danim:animPr length="4000" count="indefinite"/>
                      </a3danim:embedAnim>
                    </a:ext>
                    <a:ext uri="{E9DE012E-A134-456F-84FE-255F9AAD75C6}">
                      <a3danim:posterFrame xmlns:a3danim="http://schemas.microsoft.com/office/drawing/2018/animation/model3d" animId="0"/>
                    </a:ext>
                  </am3d:extLst>
                  <am3d:objViewport viewportSz="219456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7" name="!!m-torch-l">
                <a:extLst>
                  <a:ext uri="{FF2B5EF4-FFF2-40B4-BE49-F238E27FC236}">
                    <a16:creationId xmlns:a16="http://schemas.microsoft.com/office/drawing/2014/main" id="{A2B91389-371D-AC97-B74D-7F50D34B7790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28600" y="3063240"/>
                <a:ext cx="2194560" cy="2194560"/>
              </a:xfrm>
              <a:prstGeom prst="rect">
                <a:avLst/>
              </a:prstGeom>
            </p:spPr>
          </p:pic>
        </mc:Fallback>
      </mc:AlternateContent>
      <p:pic>
        <p:nvPicPr>
          <p:cNvPr id="18" name="!!glow-tr" descr="/home/user/MyWorkAiBrain/presentations/fun/assets/glow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01200" y="2898648"/>
            <a:ext cx="2523744" cy="2523744"/>
          </a:xfrm>
          <a:prstGeom prst="rect">
            <a:avLst/>
          </a:prstGeom>
        </p:spPr>
      </p:pic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9" name="!!m-torch-r">
                <a:extLst>
                  <a:ext uri="{FF2B5EF4-FFF2-40B4-BE49-F238E27FC236}">
                    <a16:creationId xmlns:a16="http://schemas.microsoft.com/office/drawing/2014/main" id="{586424A4-E97F-453A-F545-6BE575509153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9765792" y="3063240"/>
              <a:ext cx="2194560" cy="2194560"/>
            </p:xfrm>
            <a:graphic>
              <a:graphicData uri="http://schemas.microsoft.com/office/drawing/2017/model3d">
                <am3d:model3d r:embed="rIdM3d3">
                  <am3d:spPr>
                    <a:xfrm>
                      <a:off x="0" y="0"/>
                      <a:ext cx="2194560" cy="2194560"/>
                    </a:xfrm>
                    <a:prstGeom prst="rect">
                      <a:avLst/>
                    </a:prstGeom>
                  </am3d:spPr>
                  <am3d:camera>
                    <am3d:pos x="0" y="0" z="49611585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912201" d="1000000"/>
                    <am3d:preTrans dx="0" dy="-1580387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480000" ay="900000" az="0"/>
                    <am3d:postTrans dx="0" dy="0" dz="0"/>
                  </am3d:trans>
                  <am3d:raster rName="Office3DRenderer" rVer="16.0.8326">
                    <am3d:blip r:embed="rId8"/>
                  </am3d:raster>
                  <am3d:extLst>
                    <a:ext uri="{9A65AA19-BECB-4387-8358-8AD5134E1D82}">
                      <a3danim:embedAnim xmlns:a3danim="http://schemas.microsoft.com/office/drawing/2018/animation/model3d" animId="0">
                        <a3danim:animPr length="4000" count="indefinite"/>
                      </a3danim:embedAnim>
                    </a:ext>
                    <a:ext uri="{E9DE012E-A134-456F-84FE-255F9AAD75C6}">
                      <a3danim:posterFrame xmlns:a3danim="http://schemas.microsoft.com/office/drawing/2018/animation/model3d" animId="0"/>
                    </a:ext>
                  </am3d:extLst>
                  <am3d:objViewport viewportSz="219456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9" name="!!m-torch-r">
                <a:extLst>
                  <a:ext uri="{FF2B5EF4-FFF2-40B4-BE49-F238E27FC236}">
                    <a16:creationId xmlns:a16="http://schemas.microsoft.com/office/drawing/2014/main" id="{586424A4-E97F-453A-F545-6BE575509153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9765792" y="3063240"/>
                <a:ext cx="2194560" cy="2194560"/>
              </a:xfrm>
              <a:prstGeom prst="rect">
                <a:avLst/>
              </a:prstGeom>
            </p:spPr>
          </p:pic>
        </mc:Fallback>
      </mc:AlternateContent>
      <p:pic>
        <p:nvPicPr>
          <p:cNvPr id="20" name="!!glow-pl" descr="/home/user/MyWorkAiBrain/presentations/fun/assets/glow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8927" y="4765167"/>
            <a:ext cx="1945386" cy="1945386"/>
          </a:xfrm>
          <a:prstGeom prst="rect">
            <a:avLst/>
          </a:prstGeom>
        </p:spPr>
      </p:pic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21" name="!!m-pool-l">
                <a:extLst>
                  <a:ext uri="{FF2B5EF4-FFF2-40B4-BE49-F238E27FC236}">
                    <a16:creationId xmlns:a16="http://schemas.microsoft.com/office/drawing/2014/main" id="{9E594AE8-99FC-49F5-64CC-82C50ACF410E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685800" y="4892040"/>
              <a:ext cx="1691640" cy="1691640"/>
            </p:xfrm>
            <a:graphic>
              <a:graphicData uri="http://schemas.microsoft.com/office/drawing/2017/model3d">
                <am3d:model3d r:embed="rIdM3d4">
                  <am3d:spPr>
                    <a:xfrm>
                      <a:off x="0" y="0"/>
                      <a:ext cx="1691640" cy="1691640"/>
                    </a:xfrm>
                    <a:prstGeom prst="rect">
                      <a:avLst/>
                    </a:prstGeom>
                  </am3d:spPr>
                  <am3d:camera>
                    <am3d:pos x="0" y="0" z="67101422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562500" d="1000000"/>
                    <am3d:preTrans dx="0" dy="-337500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1800000" ay="-1200000" az="0"/>
                    <am3d:postTrans dx="0" dy="0" dz="0"/>
                  </am3d:trans>
                  <am3d:raster rName="Office3DRenderer" rVer="16.0.8326">
                    <am3d:blip r:embed="rId10"/>
                  </am3d:raster>
                  <am3d:extLst>
                    <a:ext uri="{9A65AA19-BECB-4387-8358-8AD5134E1D82}">
                      <a3danim:embedAnim xmlns:a3danim="http://schemas.microsoft.com/office/drawing/2018/animation/model3d" animId="0">
                        <a3danim:animPr length="4000" count="indefinite"/>
                      </a3danim:embedAnim>
                    </a:ext>
                    <a:ext uri="{E9DE012E-A134-456F-84FE-255F9AAD75C6}">
                      <a3danim:posterFrame xmlns:a3danim="http://schemas.microsoft.com/office/drawing/2018/animation/model3d" animId="0"/>
                    </a:ext>
                  </am3d:extLst>
                  <am3d:objViewport viewportSz="169164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21" name="!!m-pool-l">
                <a:extLst>
                  <a:ext uri="{FF2B5EF4-FFF2-40B4-BE49-F238E27FC236}">
                    <a16:creationId xmlns:a16="http://schemas.microsoft.com/office/drawing/2014/main" id="{9E594AE8-99FC-49F5-64CC-82C50ACF410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85800" y="4892040"/>
                <a:ext cx="1691640" cy="1691640"/>
              </a:xfrm>
              <a:prstGeom prst="rect">
                <a:avLst/>
              </a:prstGeom>
            </p:spPr>
          </p:pic>
        </mc:Fallback>
      </mc:AlternateContent>
      <p:pic>
        <p:nvPicPr>
          <p:cNvPr id="22" name="!!glow-pr" descr="/home/user/MyWorkAiBrain/presentations/fun/assets/glow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958959" y="4765167"/>
            <a:ext cx="1945386" cy="1945386"/>
          </a:xfrm>
          <a:prstGeom prst="rect">
            <a:avLst/>
          </a:prstGeom>
        </p:spPr>
      </p:pic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23" name="!!m-pool-r">
                <a:extLst>
                  <a:ext uri="{FF2B5EF4-FFF2-40B4-BE49-F238E27FC236}">
                    <a16:creationId xmlns:a16="http://schemas.microsoft.com/office/drawing/2014/main" id="{87E3A476-5513-5299-9D27-52724EF4A122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0085832" y="4892040"/>
              <a:ext cx="1691640" cy="1691640"/>
            </p:xfrm>
            <a:graphic>
              <a:graphicData uri="http://schemas.microsoft.com/office/drawing/2017/model3d">
                <am3d:model3d r:embed="rIdM3d5">
                  <am3d:spPr>
                    <a:xfrm>
                      <a:off x="0" y="0"/>
                      <a:ext cx="1691640" cy="1691640"/>
                    </a:xfrm>
                    <a:prstGeom prst="rect">
                      <a:avLst/>
                    </a:prstGeom>
                  </am3d:spPr>
                  <am3d:camera>
                    <am3d:pos x="0" y="0" z="67101422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562500" d="1000000"/>
                    <am3d:preTrans dx="0" dy="-337500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1800000" ay="1200000" az="0"/>
                    <am3d:postTrans dx="0" dy="0" dz="0"/>
                  </am3d:trans>
                  <am3d:raster rName="Office3DRenderer" rVer="16.0.8326">
                    <am3d:blip r:embed="rId12"/>
                  </am3d:raster>
                  <am3d:extLst>
                    <a:ext uri="{9A65AA19-BECB-4387-8358-8AD5134E1D82}">
                      <a3danim:embedAnim xmlns:a3danim="http://schemas.microsoft.com/office/drawing/2018/animation/model3d" animId="0">
                        <a3danim:animPr length="4000" count="indefinite"/>
                      </a3danim:embedAnim>
                    </a:ext>
                    <a:ext uri="{E9DE012E-A134-456F-84FE-255F9AAD75C6}">
                      <a3danim:posterFrame xmlns:a3danim="http://schemas.microsoft.com/office/drawing/2018/animation/model3d" animId="0"/>
                    </a:ext>
                  </am3d:extLst>
                  <am3d:objViewport viewportSz="169164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23" name="!!m-pool-r">
                <a:extLst>
                  <a:ext uri="{FF2B5EF4-FFF2-40B4-BE49-F238E27FC236}">
                    <a16:creationId xmlns:a16="http://schemas.microsoft.com/office/drawing/2014/main" id="{87E3A476-5513-5299-9D27-52724EF4A122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0085832" y="4892040"/>
                <a:ext cx="1691640" cy="1691640"/>
              </a:xfrm>
              <a:prstGeom prst="rect">
                <a:avLst/>
              </a:prstGeom>
            </p:spPr>
          </p:pic>
        </mc:Fallback>
      </mc:AlternateContent>
      <p:sp>
        <p:nvSpPr>
          <p:cNvPr id="24" name="!!title"/>
          <p:cNvSpPr/>
          <p:nvPr/>
        </p:nvSpPr>
        <p:spPr>
          <a:xfrm>
            <a:off x="685800" y="82296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4000" dirty="0">
                <a:solidFill>
                  <a:srgbClr val="FBF3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Остров </a:t>
            </a:r>
            <a:pPr algn="l" indent="0" marL="0">
              <a:lnSpc>
                <a:spcPct val="95000"/>
              </a:lnSpc>
              <a:buNone/>
            </a:pPr>
            <a:r>
              <a:rPr lang="en-US" sz="4000" dirty="0">
                <a:solidFill>
                  <a:srgbClr val="F6CF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огня</a:t>
            </a:r>
            <a:endParaRPr lang="en-US" sz="4000" dirty="0"/>
          </a:p>
        </p:txBody>
      </p:sp>
      <p:sp>
        <p:nvSpPr>
          <p:cNvPr id="25" name="fx1_1_1"/>
          <p:cNvSpPr/>
          <p:nvPr/>
        </p:nvSpPr>
        <p:spPr>
          <a:xfrm>
            <a:off x="685800" y="16459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i="1" dirty="0">
                <a:solidFill>
                  <a:srgbClr val="FBF3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Вулкан, дракон, факелы и лава — всё движется само</a:t>
            </a:r>
            <a:endParaRPr lang="en-US" sz="1450" dirty="0"/>
          </a:p>
        </p:txBody>
      </p:sp>
      <p:sp>
        <p:nvSpPr>
          <p:cNvPr id="26" name="fx1_8_2"/>
          <p:cNvSpPr/>
          <p:nvPr/>
        </p:nvSpPr>
        <p:spPr>
          <a:xfrm>
            <a:off x="685800" y="2286000"/>
            <a:ext cx="3657600" cy="731520"/>
          </a:xfrm>
          <a:prstGeom prst="roundRect">
            <a:avLst>
              <a:gd name="adj" fmla="val 10000"/>
            </a:avLst>
          </a:prstGeom>
          <a:solidFill>
            <a:srgbClr val="2A1408">
              <a:alpha val="92000"/>
            </a:srgbClr>
          </a:solidFill>
          <a:ln w="12700">
            <a:solidFill>
              <a:srgbClr val="E8A34F">
                <a:alpha val="55000"/>
              </a:srgbClr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sp>
      <p:sp>
        <p:nvSpPr>
          <p:cNvPr id="27" name="fx1_8_3"/>
          <p:cNvSpPr/>
          <p:nvPr/>
        </p:nvSpPr>
        <p:spPr>
          <a:xfrm>
            <a:off x="685800" y="2432304"/>
            <a:ext cx="50292" cy="438912"/>
          </a:xfrm>
          <a:prstGeom prst="rect">
            <a:avLst/>
          </a:prstGeom>
          <a:solidFill>
            <a:srgbClr val="E8A34F"/>
          </a:solidFill>
          <a:ln/>
        </p:spPr>
      </p:sp>
      <p:sp>
        <p:nvSpPr>
          <p:cNvPr id="28" name="fx1_8_4"/>
          <p:cNvSpPr/>
          <p:nvPr/>
        </p:nvSpPr>
        <p:spPr>
          <a:xfrm>
            <a:off x="941832" y="2148840"/>
            <a:ext cx="1993392" cy="274320"/>
          </a:xfrm>
          <a:prstGeom prst="roundRect">
            <a:avLst>
              <a:gd name="adj" fmla="val 50000"/>
            </a:avLst>
          </a:prstGeom>
          <a:solidFill>
            <a:srgbClr val="E8A34F"/>
          </a:solidFill>
          <a:ln/>
        </p:spPr>
      </p:sp>
      <p:sp>
        <p:nvSpPr>
          <p:cNvPr id="29" name="fx1_8_5"/>
          <p:cNvSpPr/>
          <p:nvPr/>
        </p:nvSpPr>
        <p:spPr>
          <a:xfrm>
            <a:off x="941832" y="2148840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b="1" spc="150" kern="0" dirty="0">
                <a:solidFill>
                  <a:srgbClr val="1208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 САМОЕ ИНТЕРЕСНОЕ</a:t>
            </a:r>
            <a:endParaRPr lang="en-US" sz="850" dirty="0"/>
          </a:p>
        </p:txBody>
      </p:sp>
      <p:sp>
        <p:nvSpPr>
          <p:cNvPr id="30" name="fx1_8_6"/>
          <p:cNvSpPr/>
          <p:nvPr/>
        </p:nvSpPr>
        <p:spPr>
          <a:xfrm>
            <a:off x="960120" y="24688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i="1" dirty="0">
                <a:solidFill>
                  <a:srgbClr val="FBF3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64 кости: </a:t>
            </a:r>
            <a:pPr algn="l" indent="0" marL="0">
              <a:lnSpc>
                <a:spcPct val="105000"/>
              </a:lnSpc>
              <a:buNone/>
            </a:pPr>
            <a:r>
              <a:rPr lang="en-US" sz="1150" b="1" i="1" dirty="0">
                <a:solidFill>
                  <a:srgbClr val="FBF3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вулкан, два факела, две лава-чаши</a:t>
            </a:r>
            <a:pPr algn="l" indent="0" marL="0">
              <a:lnSpc>
                <a:spcPct val="105000"/>
              </a:lnSpc>
              <a:buNone/>
            </a:pPr>
            <a:r>
              <a:rPr lang="en-US" sz="1150" i="1" dirty="0">
                <a:solidFill>
                  <a:srgbClr val="FBF3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пять моделей играют сразу.</a:t>
            </a:r>
            <a:endParaRPr lang="en-US" sz="11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7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7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7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7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7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7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7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7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7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7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7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100" presetClass="emph" presetSubtype="1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1" dur="6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embedded1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100" presetClass="emph" presetSubtype="1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3" dur="4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embedded1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100" presetClass="emph" presetSubtype="1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5" dur="4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embedded1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100" presetClass="emph" presetSubtype="1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7" dur="4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embedded1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0" presetClass="emph" presetSubtype="1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9" dur="4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embedded1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15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Остров огня — один живой слайд (3D)</dc:title>
  <dc:subject>Один фан-слайд: 5 моделей, 64 кости, всё анимировано</dc:subject>
  <dc:creator>omgGame</dc:creator>
  <cp:lastModifiedBy>omgGame</cp:lastModifiedBy>
  <cp:revision>1</cp:revision>
  <dcterms:created xsi:type="dcterms:W3CDTF">2026-10-07T02:04:55Z</dcterms:created>
  <dcterms:modified xsi:type="dcterms:W3CDTF">2026-10-07T02:04:55Z</dcterms:modified>
</cp:coreProperties>
</file>