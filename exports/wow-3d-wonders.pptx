
<file path=[Content_Types].xml><?xml version="1.0" encoding="utf-8"?>
<Types xmlns="http://schemas.openxmlformats.org/package/2006/content-types">
  <Default Extension="glb" ContentType="model/gltf.binary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Добро пожаловать! Перед вами три чуда — три 3D-модели, созданные кодом с нуля специально для этой презентации.
Каждая модель — настоящая: её можно крутить мышкой прямо на слайде. Но главное — она двигается сама. Внутри каждой спрятана скелетная анимация: PowerPoint крутит её по кругу, пока открыт слайд. Никакого видео — только модель и кости.
Первое чудо — маяк в шторм. Два луча обходят горизонт дважды за цикл, волны бегут по-настоящему, лампа дышит, а над башней кружит чайка. Всего 14 костей.
Дайте слайду постоять шесть секунд — и вы увидите полный оборот: лучи religioso обойдут башню, волна прокатится, чайка спланирует.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Второе чудо — карусель, которая не останавливается. Вся карусель делает полный оборот за шесть секунд — и шва не видно, потому что оборот ровно один.
А лошадки скачут: белая, гнедая и вороная взлетают и опускаются со сдвигом в треть цикла — как настоящие, вразнобой. Под куполом светятся четырнадцать лампочек.
Самое интересное — как это устроено: лошадки — дети вращающейся кости. Они скачут вверх-вниз, а карусель несёт их по кругу. Всего пять костей: одна крутит всё, три качают лошадок.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Третье чудо — торнадо, буря в стакане. Воронка собрана из шести колец, и каждое вращается со своей скоростью — кольца сдвигаются друг мимо друга, и воронка живёт.
Вокруг кружит мусор: доски, бочка, дерево и ящик летят на трёх орбитах с разной скоростью. У подножия поднимается пыль, наверху клубится грозовое облако — а дважды за цикл небо прошивает молния и гаснет без следа.
Самое интересное: пятнадцать костей — воронка, облако, три орбиты мусора, пыль и молния. Хаос, замкнутый в бесшовное кольцо длиной пять секунд.
Итог: три чуда, три характера движения — свет, праздник и буря. Всё создано кодом в Blender, всё крутится само.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Relationship Id="rIdM3d1" Type="http://schemas.microsoft.com/office/2017/06/relationships/model3d" Target="../media/model3d1.glb"/><Relationship Id="rIdM3d2" Type="http://schemas.microsoft.com/office/2017/06/relationships/model3d" Target="../media/model3d2.glb"/><Relationship Id="rIdM3d3" Type="http://schemas.microsoft.com/office/2017/06/relationships/model3d" Target="../media/model3d3.glb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2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2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Relationship Id="rIdM3d4" Type="http://schemas.microsoft.com/office/2017/06/relationships/model3d" Target="../media/model3d4.glb"/><Relationship Id="rIdM3d5" Type="http://schemas.microsoft.com/office/2017/06/relationships/model3d" Target="../media/model3d5.glb"/><Relationship Id="rIdM3d6" Type="http://schemas.microsoft.com/office/2017/06/relationships/model3d" Target="../media/model3d6.glb"/><Relationship Id="rIdM3d7" Type="http://schemas.microsoft.com/office/2017/06/relationships/model3d" Target="../media/model3d7.glb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3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Relationship Id="rIdM3d8" Type="http://schemas.microsoft.com/office/2017/06/relationships/model3d" Target="../media/model3d8.glb"/><Relationship Id="rIdM3d9" Type="http://schemas.microsoft.com/office/2017/06/relationships/model3d" Target="../media/model3d9.glb"/><Relationship Id="rIdM3d10" Type="http://schemas.microsoft.com/office/2017/06/relationships/model3d" Target="../media/model3d10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wow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coin">
                <a:extLst>
                  <a:ext uri="{FF2B5EF4-FFF2-40B4-BE49-F238E27FC236}">
                    <a16:creationId xmlns:a16="http://schemas.microsoft.com/office/drawing/2014/main" id="{9A1E02E9-F241-D40B-F581-53B1510117D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1480" y="98755"/>
              <a:ext cx="548640" cy="548640"/>
            </p:xfrm>
            <a:graphic>
              <a:graphicData uri="http://schemas.microsoft.com/office/drawing/2017/model3d">
                <am3d:model3d r:embed="rIdM3d1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!!coin">
                <a:extLst>
                  <a:ext uri="{FF2B5EF4-FFF2-40B4-BE49-F238E27FC236}">
                    <a16:creationId xmlns:a16="http://schemas.microsoft.com/office/drawing/2014/main" id="{9A1E02E9-F241-D40B-F581-53B1510117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11480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6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ЧУДА  ·  СДЕЛАНО КОДОМ В BLENDER</a:t>
            </a:r>
            <a:endParaRPr lang="en-US" sz="1100" dirty="0"/>
          </a:p>
        </p:txBody>
      </p:sp>
      <p:sp>
        <p:nvSpPr>
          <p:cNvPr id="7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85800" y="64922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ЧУДА  ·  МАЯК  ·  КАРУСЕЛЬ  ·  ТОРНАДО</a:t>
            </a:r>
            <a:endParaRPr lang="en-US" sz="900" dirty="0"/>
          </a:p>
        </p:txBody>
      </p:sp>
      <p:sp>
        <p:nvSpPr>
          <p:cNvPr id="9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</a:t>
            </a:r>
            <a:endParaRPr lang="en-US" sz="900" dirty="0"/>
          </a:p>
        </p:txBody>
      </p:sp>
      <p:pic>
        <p:nvPicPr>
          <p:cNvPr id="10" name="!!glow" descr="/home/user/MyWorkAiBrain/presentations/wow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338" y="-907542"/>
            <a:ext cx="9678924" cy="9678924"/>
          </a:xfrm>
          <a:prstGeom prst="rect">
            <a:avLst/>
          </a:prstGeom>
        </p:spPr>
      </p:pic>
      <p:sp>
        <p:nvSpPr>
          <p:cNvPr id="11" name="!!ring1"/>
          <p:cNvSpPr/>
          <p:nvPr/>
        </p:nvSpPr>
        <p:spPr>
          <a:xfrm>
            <a:off x="5549494" y="794614"/>
            <a:ext cx="6274613" cy="6274613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2" name="!!ring2"/>
          <p:cNvSpPr/>
          <p:nvPr/>
        </p:nvSpPr>
        <p:spPr>
          <a:xfrm>
            <a:off x="4681728" y="-73152"/>
            <a:ext cx="8010144" cy="8010144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3" name="!!shadow" descr="/home/user/MyWorkAiBrain/presentations/wow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5667451"/>
            <a:ext cx="5340096" cy="133502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!!m-lighthouse">
                <a:extLst>
                  <a:ext uri="{FF2B5EF4-FFF2-40B4-BE49-F238E27FC236}">
                    <a16:creationId xmlns:a16="http://schemas.microsoft.com/office/drawing/2014/main" id="{2B13C818-8590-DDFC-9E2C-323E004AA46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49240" y="594360"/>
              <a:ext cx="6675120" cy="6675120"/>
            </p:xfrm>
            <a:graphic>
              <a:graphicData uri="http://schemas.microsoft.com/office/drawing/2017/model3d">
                <am3d:model3d r:embed="rIdM3d2">
                  <am3d:spPr>
                    <a:xfrm>
                      <a:off x="0" y="0"/>
                      <a:ext cx="6675120" cy="6675120"/>
                    </a:xfrm>
                    <a:prstGeom prst="rect">
                      <a:avLst/>
                    </a:prstGeom>
                  </am3d:spPr>
                  <am3d:camera>
                    <am3d:pos x="0" y="0" z="6212852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50450" d="1000000"/>
                    <am3d:preTrans dx="0" dy="-269189" dz="-64865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92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6675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!!m-lighthouse">
                <a:extLst>
                  <a:ext uri="{FF2B5EF4-FFF2-40B4-BE49-F238E27FC236}">
                    <a16:creationId xmlns:a16="http://schemas.microsoft.com/office/drawing/2014/main" id="{2B13C818-8590-DDFC-9E2C-323E004AA46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49240" y="594360"/>
                <a:ext cx="6675120" cy="66751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fx1_9_0"/>
          <p:cNvSpPr/>
          <p:nvPr/>
        </p:nvSpPr>
        <p:spPr>
          <a:xfrm>
            <a:off x="786384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01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Маяк: лучи обходят горизонт, над башней кружит чайка</a:t>
            </a:r>
            <a:endParaRPr lang="en-US" sz="900" dirty="0"/>
          </a:p>
        </p:txBody>
      </p:sp>
      <p:sp>
        <p:nvSpPr>
          <p:cNvPr id="16" name="!!title"/>
          <p:cNvSpPr/>
          <p:nvPr/>
        </p:nvSpPr>
        <p:spPr>
          <a:xfrm>
            <a:off x="685800" y="114300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чуда</a:t>
            </a:r>
            <a:endParaRPr lang="en-US" sz="5200" dirty="0"/>
          </a:p>
        </p:txBody>
      </p:sp>
      <p:sp>
        <p:nvSpPr>
          <p:cNvPr id="17" name="fx1_1_1"/>
          <p:cNvSpPr/>
          <p:nvPr/>
        </p:nvSpPr>
        <p:spPr>
          <a:xfrm>
            <a:off x="685800" y="3584448"/>
            <a:ext cx="1005840" cy="3657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18" name="fx1_1_2"/>
          <p:cNvSpPr/>
          <p:nvPr/>
        </p:nvSpPr>
        <p:spPr>
          <a:xfrm>
            <a:off x="685800" y="37490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3D-модели, созданные с нуля: их можно крутить мышкой — а двигаются они сами</a:t>
            </a:r>
            <a:endParaRPr lang="en-US" sz="1800" dirty="0"/>
          </a:p>
        </p:txBody>
      </p:sp>
      <p:sp>
        <p:nvSpPr>
          <p:cNvPr id="19" name="fx1_2_3"/>
          <p:cNvSpPr/>
          <p:nvPr/>
        </p:nvSpPr>
        <p:spPr>
          <a:xfrm>
            <a:off x="685800" y="47731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5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МАЯК   ·   КАРУСЕЛЬ   ·   ТОРНАДО</a:t>
            </a:r>
            <a:endParaRPr lang="en-US" sz="1200" dirty="0"/>
          </a:p>
        </p:txBody>
      </p:sp>
      <p:sp>
        <p:nvSpPr>
          <p:cNvPr id="20" name="fx1_8_4"/>
          <p:cNvSpPr/>
          <p:nvPr/>
        </p:nvSpPr>
        <p:spPr>
          <a:xfrm>
            <a:off x="685800" y="534924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1" name="fx1_8_5"/>
          <p:cNvSpPr/>
          <p:nvPr/>
        </p:nvSpPr>
        <p:spPr>
          <a:xfrm>
            <a:off x="685800" y="5495544"/>
            <a:ext cx="50292" cy="54864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2" name="fx1_8_6"/>
          <p:cNvSpPr/>
          <p:nvPr/>
        </p:nvSpPr>
        <p:spPr>
          <a:xfrm>
            <a:off x="941832" y="521208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23" name="fx1_8_7"/>
          <p:cNvSpPr/>
          <p:nvPr/>
        </p:nvSpPr>
        <p:spPr>
          <a:xfrm>
            <a:off x="941832" y="5212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24" name="fx1_8_8"/>
          <p:cNvSpPr/>
          <p:nvPr/>
        </p:nvSpPr>
        <p:spPr>
          <a:xfrm>
            <a:off x="960120" y="55321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костей: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два луча обходят горизонт дважды за цикл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волны бегут, чайка кружит — и всё это внутри одного .glb.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5" name="!!m-carousel">
                <a:extLst>
                  <a:ext uri="{FF2B5EF4-FFF2-40B4-BE49-F238E27FC236}">
                    <a16:creationId xmlns:a16="http://schemas.microsoft.com/office/drawing/2014/main" id="{ECF96004-3BA7-DE39-E123-186A1EC3408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234440"/>
              <a:ext cx="4389120" cy="4389120"/>
            </p:xfrm>
            <a:graphic>
              <a:graphicData uri="http://schemas.microsoft.com/office/drawing/2017/model3d">
                <am3d:model3d r:embed="rIdM3d3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7645459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1026" d="1000000"/>
                    <am3d:preTrans dx="0" dy="-57692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30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5" name="!!m-carousel">
                <a:extLst>
                  <a:ext uri="{FF2B5EF4-FFF2-40B4-BE49-F238E27FC236}">
                    <a16:creationId xmlns:a16="http://schemas.microsoft.com/office/drawing/2014/main" id="{ECF96004-3BA7-DE39-E123-186A1EC340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40335" y="1234440"/>
                <a:ext cx="4389120" cy="438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6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2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wow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5410048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5BA6A588-A434-5FF5-30AE-B471887C719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821528" y="98755"/>
              <a:ext cx="548640" cy="548640"/>
            </p:xfrm>
            <a:graphic>
              <a:graphicData uri="http://schemas.microsoft.com/office/drawing/2017/model3d">
                <am3d:model3d r:embed="rIdM3d4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876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5BA6A588-A434-5FF5-30AE-B471887C71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21528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КАРУСЕЛЬ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ЧУДА  ·  МАЯК  ·  КАРУСЕЛЬ  ·  ТОРНАДО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</a:t>
            </a:r>
            <a:endParaRPr lang="en-US" sz="900" dirty="0"/>
          </a:p>
        </p:txBody>
      </p:sp>
      <p:pic>
        <p:nvPicPr>
          <p:cNvPr id="11" name="!!glow" descr="/home/user/MyWorkAiBrain/presentations/wow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-118872"/>
            <a:ext cx="6364224" cy="636422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629754" y="1000354"/>
            <a:ext cx="4125773" cy="4125773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059168" y="429768"/>
            <a:ext cx="5266944" cy="5266944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wow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013" y="4303166"/>
            <a:ext cx="2721254" cy="68031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arousel">
                <a:extLst>
                  <a:ext uri="{FF2B5EF4-FFF2-40B4-BE49-F238E27FC236}">
                    <a16:creationId xmlns:a16="http://schemas.microsoft.com/office/drawing/2014/main" id="{AD99306D-2CA8-9380-74D5-1F8DEC1F5E1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98080" y="868680"/>
              <a:ext cx="4389120" cy="4389120"/>
            </p:xfrm>
            <a:graphic>
              <a:graphicData uri="http://schemas.microsoft.com/office/drawing/2017/model3d">
                <am3d:model3d r:embed="rIdM3d5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7645459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1026" d="1000000"/>
                    <am3d:preTrans dx="0" dy="-57692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8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arousel">
                <a:extLst>
                  <a:ext uri="{FF2B5EF4-FFF2-40B4-BE49-F238E27FC236}">
                    <a16:creationId xmlns:a16="http://schemas.microsoft.com/office/drawing/2014/main" id="{AD99306D-2CA8-9380-74D5-1F8DEC1F5E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98080" y="868680"/>
                <a:ext cx="4389120" cy="4389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2_9_0"/>
          <p:cNvSpPr/>
          <p:nvPr/>
        </p:nvSpPr>
        <p:spPr>
          <a:xfrm>
            <a:off x="7909560" y="495056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02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Карусель крутится, лошадки скачут вразнобой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Карусель, которая не останавливается</a:t>
            </a:r>
            <a:endParaRPr lang="en-US" sz="3100" dirty="0"/>
          </a:p>
        </p:txBody>
      </p:sp>
      <p:sp>
        <p:nvSpPr>
          <p:cNvPr id="18" name="fx2_1_1"/>
          <p:cNvSpPr/>
          <p:nvPr/>
        </p:nvSpPr>
        <p:spPr>
          <a:xfrm>
            <a:off x="685800" y="217627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19" name="fx2_1_2"/>
          <p:cNvSpPr/>
          <p:nvPr/>
        </p:nvSpPr>
        <p:spPr>
          <a:xfrm>
            <a:off x="1280160" y="22128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оборот</a:t>
            </a:r>
            <a:endParaRPr lang="en-US" sz="1400" dirty="0"/>
          </a:p>
        </p:txBody>
      </p:sp>
      <p:sp>
        <p:nvSpPr>
          <p:cNvPr id="20" name="fx2_1_3"/>
          <p:cNvSpPr/>
          <p:nvPr/>
        </p:nvSpPr>
        <p:spPr>
          <a:xfrm>
            <a:off x="1280160" y="2487168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карусель делает оборот за 6 секунд — шва не видно.</a:t>
            </a:r>
            <a:endParaRPr lang="en-US" sz="1150" dirty="0"/>
          </a:p>
        </p:txBody>
      </p:sp>
      <p:sp>
        <p:nvSpPr>
          <p:cNvPr id="21" name="fx2_2_4"/>
          <p:cNvSpPr/>
          <p:nvPr/>
        </p:nvSpPr>
        <p:spPr>
          <a:xfrm>
            <a:off x="685800" y="288950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800" dirty="0"/>
          </a:p>
        </p:txBody>
      </p:sp>
      <p:sp>
        <p:nvSpPr>
          <p:cNvPr id="22" name="fx2_2_5"/>
          <p:cNvSpPr/>
          <p:nvPr/>
        </p:nvSpPr>
        <p:spPr>
          <a:xfrm>
            <a:off x="1280160" y="2926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Лошадки скачут</a:t>
            </a:r>
            <a:endParaRPr lang="en-US" sz="1400" dirty="0"/>
          </a:p>
        </p:txBody>
      </p:sp>
      <p:sp>
        <p:nvSpPr>
          <p:cNvPr id="23" name="fx2_2_6"/>
          <p:cNvSpPr/>
          <p:nvPr/>
        </p:nvSpPr>
        <p:spPr>
          <a:xfrm>
            <a:off x="1280160" y="320040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Белая, гнедая и вороная взлетают и опускаются вразнобой.</a:t>
            </a:r>
            <a:endParaRPr lang="en-US" sz="1150" dirty="0"/>
          </a:p>
        </p:txBody>
      </p:sp>
      <p:sp>
        <p:nvSpPr>
          <p:cNvPr id="24" name="fx2_3_7"/>
          <p:cNvSpPr/>
          <p:nvPr/>
        </p:nvSpPr>
        <p:spPr>
          <a:xfrm>
            <a:off x="68580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800" dirty="0"/>
          </a:p>
        </p:txBody>
      </p:sp>
      <p:sp>
        <p:nvSpPr>
          <p:cNvPr id="25" name="fx2_3_8"/>
          <p:cNvSpPr/>
          <p:nvPr/>
        </p:nvSpPr>
        <p:spPr>
          <a:xfrm>
            <a:off x="1280160" y="36393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Лампочки светятся</a:t>
            </a:r>
            <a:endParaRPr lang="en-US" sz="1400" dirty="0"/>
          </a:p>
        </p:txBody>
      </p:sp>
      <p:sp>
        <p:nvSpPr>
          <p:cNvPr id="26" name="fx2_3_9"/>
          <p:cNvSpPr/>
          <p:nvPr/>
        </p:nvSpPr>
        <p:spPr>
          <a:xfrm>
            <a:off x="1280160" y="391363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Четырнадцать лампочек под куполом едут по кругу вместе со всеми.</a:t>
            </a:r>
            <a:endParaRPr lang="en-US" sz="1150" dirty="0"/>
          </a:p>
        </p:txBody>
      </p:sp>
      <p:sp>
        <p:nvSpPr>
          <p:cNvPr id="27" name="fx2_4_10"/>
          <p:cNvSpPr/>
          <p:nvPr/>
        </p:nvSpPr>
        <p:spPr>
          <a:xfrm>
            <a:off x="685800" y="43159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800" dirty="0"/>
          </a:p>
        </p:txBody>
      </p:sp>
      <p:sp>
        <p:nvSpPr>
          <p:cNvPr id="28" name="fx2_4_11"/>
          <p:cNvSpPr/>
          <p:nvPr/>
        </p:nvSpPr>
        <p:spPr>
          <a:xfrm>
            <a:off x="1280160" y="435254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Всего 5 костей</a:t>
            </a:r>
            <a:endParaRPr lang="en-US" sz="1400" dirty="0"/>
          </a:p>
        </p:txBody>
      </p:sp>
      <p:sp>
        <p:nvSpPr>
          <p:cNvPr id="29" name="fx2_4_12"/>
          <p:cNvSpPr/>
          <p:nvPr/>
        </p:nvSpPr>
        <p:spPr>
          <a:xfrm>
            <a:off x="1280160" y="4626864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крутит всё, три качают лошадок — и никакого видео.</a:t>
            </a:r>
            <a:endParaRPr lang="en-US" sz="1150" dirty="0"/>
          </a:p>
        </p:txBody>
      </p:sp>
      <p:sp>
        <p:nvSpPr>
          <p:cNvPr id="30" name="fx2_8_13"/>
          <p:cNvSpPr/>
          <p:nvPr/>
        </p:nvSpPr>
        <p:spPr>
          <a:xfrm>
            <a:off x="685800" y="5138928"/>
            <a:ext cx="6400800" cy="1060704"/>
          </a:xfrm>
          <a:prstGeom prst="roundRect">
            <a:avLst>
              <a:gd name="adj" fmla="val 6897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fx2_8_14"/>
          <p:cNvSpPr/>
          <p:nvPr/>
        </p:nvSpPr>
        <p:spPr>
          <a:xfrm>
            <a:off x="685800" y="5285232"/>
            <a:ext cx="50292" cy="76809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2" name="fx2_8_15"/>
          <p:cNvSpPr/>
          <p:nvPr/>
        </p:nvSpPr>
        <p:spPr>
          <a:xfrm>
            <a:off x="941832" y="5001768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3" name="fx2_8_16"/>
          <p:cNvSpPr/>
          <p:nvPr/>
        </p:nvSpPr>
        <p:spPr>
          <a:xfrm>
            <a:off x="941832" y="50017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КАК ЭТО УСТРОЕНО</a:t>
            </a:r>
            <a:endParaRPr lang="en-US" sz="850" dirty="0"/>
          </a:p>
        </p:txBody>
      </p:sp>
      <p:sp>
        <p:nvSpPr>
          <p:cNvPr id="34" name="fx2_8_17"/>
          <p:cNvSpPr/>
          <p:nvPr/>
        </p:nvSpPr>
        <p:spPr>
          <a:xfrm>
            <a:off x="960120" y="5321808"/>
            <a:ext cx="5943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Лошадки —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дети вращающейся кости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скачут вверх-вниз, а карусель несёт их по кругу.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lighthouse">
                <a:extLst>
                  <a:ext uri="{FF2B5EF4-FFF2-40B4-BE49-F238E27FC236}">
                    <a16:creationId xmlns:a16="http://schemas.microsoft.com/office/drawing/2014/main" id="{A2F0D163-18BF-DBBA-DC4E-26419E41735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7223760" y="960120"/>
              <a:ext cx="6675120" cy="6675120"/>
            </p:xfrm>
            <a:graphic>
              <a:graphicData uri="http://schemas.microsoft.com/office/drawing/2017/model3d">
                <am3d:model3d r:embed="rIdM3d6">
                  <am3d:spPr>
                    <a:xfrm>
                      <a:off x="0" y="0"/>
                      <a:ext cx="6675120" cy="6675120"/>
                    </a:xfrm>
                    <a:prstGeom prst="rect">
                      <a:avLst/>
                    </a:prstGeom>
                  </am3d:spPr>
                  <am3d:camera>
                    <am3d:pos x="0" y="0" z="6212852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50450" d="1000000"/>
                    <am3d:preTrans dx="0" dy="-269189" dz="-64865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672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6675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lighthouse">
                <a:extLst>
                  <a:ext uri="{FF2B5EF4-FFF2-40B4-BE49-F238E27FC236}">
                    <a16:creationId xmlns:a16="http://schemas.microsoft.com/office/drawing/2014/main" id="{A2F0D163-18BF-DBBA-DC4E-26419E41735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7223760" y="960120"/>
                <a:ext cx="6675120" cy="66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tornado">
                <a:extLst>
                  <a:ext uri="{FF2B5EF4-FFF2-40B4-BE49-F238E27FC236}">
                    <a16:creationId xmlns:a16="http://schemas.microsoft.com/office/drawing/2014/main" id="{9EA13A8D-9DA5-D02D-B1F4-FCD6B11D23D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051560"/>
              <a:ext cx="4206240" cy="4206240"/>
            </p:xfrm>
            <a:graphic>
              <a:graphicData uri="http://schemas.microsoft.com/office/drawing/2017/model3d">
                <am3d:model3d r:embed="rIdM3d7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794283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5000" d="1000000"/>
                    <am3d:preTrans dx="0" dy="-8605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324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tornado">
                <a:extLst>
                  <a:ext uri="{FF2B5EF4-FFF2-40B4-BE49-F238E27FC236}">
                    <a16:creationId xmlns:a16="http://schemas.microsoft.com/office/drawing/2014/main" id="{9EA13A8D-9DA5-D02D-B1F4-FCD6B11D23D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051560"/>
                <a:ext cx="4206240" cy="420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6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3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wow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0820095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12A0E007-ECA8-02A4-EC24-107FC5338DD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231575" y="98755"/>
              <a:ext cx="548640" cy="548640"/>
            </p:xfrm>
            <a:graphic>
              <a:graphicData uri="http://schemas.microsoft.com/office/drawing/2017/model3d">
                <am3d:model3d r:embed="rIdM3d8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1752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12A0E007-ECA8-02A4-EC24-107FC5338D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231575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ТОРНАДО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ЧУДА  ·  МАЯК  ·  КАРУСЕЛЬ  ·  ТОРНАДО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</a:t>
            </a:r>
            <a:endParaRPr lang="en-US" sz="900" dirty="0"/>
          </a:p>
        </p:txBody>
      </p:sp>
      <p:pic>
        <p:nvPicPr>
          <p:cNvPr id="11" name="!!glow" descr="/home/user/MyWorkAiBrain/presentations/wow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-260604"/>
            <a:ext cx="6099048" cy="609904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761427" y="811987"/>
            <a:ext cx="3953866" cy="3953866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214616" y="265176"/>
            <a:ext cx="5047488" cy="5047488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wow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3908831"/>
            <a:ext cx="3154680" cy="78867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tornado">
                <a:extLst>
                  <a:ext uri="{FF2B5EF4-FFF2-40B4-BE49-F238E27FC236}">
                    <a16:creationId xmlns:a16="http://schemas.microsoft.com/office/drawing/2014/main" id="{C93C686E-DC28-FE18-E107-997FB4BC6C1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35240" y="685800"/>
              <a:ext cx="4206240" cy="4206240"/>
            </p:xfrm>
            <a:graphic>
              <a:graphicData uri="http://schemas.microsoft.com/office/drawing/2017/model3d">
                <am3d:model3d r:embed="rIdM3d9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794283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5000" d="1000000"/>
                    <am3d:preTrans dx="0" dy="-8605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56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tornado">
                <a:extLst>
                  <a:ext uri="{FF2B5EF4-FFF2-40B4-BE49-F238E27FC236}">
                    <a16:creationId xmlns:a16="http://schemas.microsoft.com/office/drawing/2014/main" id="{C93C686E-DC28-FE18-E107-997FB4BC6C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35240" y="685800"/>
                <a:ext cx="4206240" cy="42062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3_9_0"/>
          <p:cNvSpPr/>
          <p:nvPr/>
        </p:nvSpPr>
        <p:spPr>
          <a:xfrm>
            <a:off x="809244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03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Торнадо: воронка ревёт, молния бьёт дважды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Буря в стакане</a:t>
            </a:r>
            <a:endParaRPr lang="en-US" sz="3600" dirty="0"/>
          </a:p>
        </p:txBody>
      </p:sp>
      <p:sp>
        <p:nvSpPr>
          <p:cNvPr id="18" name="fx3_1_1"/>
          <p:cNvSpPr/>
          <p:nvPr/>
        </p:nvSpPr>
        <p:spPr>
          <a:xfrm>
            <a:off x="685800" y="188366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19" name="fx3_1_2"/>
          <p:cNvSpPr/>
          <p:nvPr/>
        </p:nvSpPr>
        <p:spPr>
          <a:xfrm>
            <a:off x="1280160" y="1920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Воронка из шести колец</a:t>
            </a:r>
            <a:endParaRPr lang="en-US" sz="1400" dirty="0"/>
          </a:p>
        </p:txBody>
      </p:sp>
      <p:sp>
        <p:nvSpPr>
          <p:cNvPr id="20" name="fx3_1_3"/>
          <p:cNvSpPr/>
          <p:nvPr/>
        </p:nvSpPr>
        <p:spPr>
          <a:xfrm>
            <a:off x="1280160" y="21945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кольцо вращается со своей скоростью — они сдвигаются друг мимо друга.</a:t>
            </a:r>
            <a:endParaRPr lang="en-US" sz="1150" dirty="0"/>
          </a:p>
        </p:txBody>
      </p:sp>
      <p:sp>
        <p:nvSpPr>
          <p:cNvPr id="21" name="fx3_2_4"/>
          <p:cNvSpPr/>
          <p:nvPr/>
        </p:nvSpPr>
        <p:spPr>
          <a:xfrm>
            <a:off x="685800" y="266090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800" dirty="0"/>
          </a:p>
        </p:txBody>
      </p:sp>
      <p:sp>
        <p:nvSpPr>
          <p:cNvPr id="22" name="fx3_2_5"/>
          <p:cNvSpPr/>
          <p:nvPr/>
        </p:nvSpPr>
        <p:spPr>
          <a:xfrm>
            <a:off x="1280160" y="2697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Мусор на орбитах</a:t>
            </a:r>
            <a:endParaRPr lang="en-US" sz="1400" dirty="0"/>
          </a:p>
        </p:txBody>
      </p:sp>
      <p:sp>
        <p:nvSpPr>
          <p:cNvPr id="23" name="fx3_2_6"/>
          <p:cNvSpPr/>
          <p:nvPr/>
        </p:nvSpPr>
        <p:spPr>
          <a:xfrm>
            <a:off x="1280160" y="29718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Доски, бочка, дерево и ящик кружат на трёх кольцах с разной скоростью.</a:t>
            </a:r>
            <a:endParaRPr lang="en-US" sz="1150" dirty="0"/>
          </a:p>
        </p:txBody>
      </p:sp>
      <p:sp>
        <p:nvSpPr>
          <p:cNvPr id="24" name="fx3_3_7"/>
          <p:cNvSpPr/>
          <p:nvPr/>
        </p:nvSpPr>
        <p:spPr>
          <a:xfrm>
            <a:off x="685800" y="343814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800" dirty="0"/>
          </a:p>
        </p:txBody>
      </p:sp>
      <p:sp>
        <p:nvSpPr>
          <p:cNvPr id="25" name="fx3_3_8"/>
          <p:cNvSpPr/>
          <p:nvPr/>
        </p:nvSpPr>
        <p:spPr>
          <a:xfrm>
            <a:off x="1280160" y="34747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Молния</a:t>
            </a:r>
            <a:endParaRPr lang="en-US" sz="1400" dirty="0"/>
          </a:p>
        </p:txBody>
      </p:sp>
      <p:sp>
        <p:nvSpPr>
          <p:cNvPr id="26" name="fx3_3_9"/>
          <p:cNvSpPr/>
          <p:nvPr/>
        </p:nvSpPr>
        <p:spPr>
          <a:xfrm>
            <a:off x="1280160" y="3749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Дважды за цикл небо прошивает разряд — и гаснет без следа.</a:t>
            </a:r>
            <a:endParaRPr lang="en-US" sz="1150" dirty="0"/>
          </a:p>
        </p:txBody>
      </p:sp>
      <p:sp>
        <p:nvSpPr>
          <p:cNvPr id="27" name="fx3_5_10"/>
          <p:cNvSpPr/>
          <p:nvPr/>
        </p:nvSpPr>
        <p:spPr>
          <a:xfrm>
            <a:off x="685800" y="4434840"/>
            <a:ext cx="6766560" cy="960120"/>
          </a:xfrm>
          <a:prstGeom prst="roundRect">
            <a:avLst>
              <a:gd name="adj" fmla="val 7619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8" name="fx3_5_11"/>
          <p:cNvSpPr/>
          <p:nvPr/>
        </p:nvSpPr>
        <p:spPr>
          <a:xfrm>
            <a:off x="685800" y="4581144"/>
            <a:ext cx="50292" cy="667512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9" name="fx3_5_12"/>
          <p:cNvSpPr/>
          <p:nvPr/>
        </p:nvSpPr>
        <p:spPr>
          <a:xfrm>
            <a:off x="941832" y="429768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0" name="fx3_5_13"/>
          <p:cNvSpPr/>
          <p:nvPr/>
        </p:nvSpPr>
        <p:spPr>
          <a:xfrm>
            <a:off x="941832" y="42976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КАК ЭТО УСТРОЕНО</a:t>
            </a:r>
            <a:endParaRPr lang="en-US" sz="850" dirty="0"/>
          </a:p>
        </p:txBody>
      </p:sp>
      <p:sp>
        <p:nvSpPr>
          <p:cNvPr id="31" name="fx3_5_14"/>
          <p:cNvSpPr/>
          <p:nvPr/>
        </p:nvSpPr>
        <p:spPr>
          <a:xfrm>
            <a:off x="96012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костей: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воронка, облако, три орбиты мусора, пыль и молния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хаос, замкнутый в кольцо.</a:t>
            </a:r>
            <a:endParaRPr lang="en-US" sz="1250" dirty="0"/>
          </a:p>
        </p:txBody>
      </p:sp>
      <p:sp>
        <p:nvSpPr>
          <p:cNvPr id="32" name="fx3_6_15"/>
          <p:cNvSpPr/>
          <p:nvPr/>
        </p:nvSpPr>
        <p:spPr>
          <a:xfrm>
            <a:off x="7498080" y="480060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2600" dirty="0"/>
          </a:p>
        </p:txBody>
      </p:sp>
      <p:sp>
        <p:nvSpPr>
          <p:cNvPr id="33" name="fx3_7_16"/>
          <p:cNvSpPr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сделано: </a:t>
            </a:r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3D-экспонаты и их анимации созданы кодом в Blender специально для этой презентации (models/make_models.py). В PowerPoint 365 модели крутятся мышкой, а встроенная скелетная анимация играет сама.</a:t>
            </a:r>
            <a:endParaRPr lang="en-US" sz="8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4" name="!!m-carousel">
                <a:extLst>
                  <a:ext uri="{FF2B5EF4-FFF2-40B4-BE49-F238E27FC236}">
                    <a16:creationId xmlns:a16="http://schemas.microsoft.com/office/drawing/2014/main" id="{A258107A-49E2-6E76-F57F-2CDFCCCCFF1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937760" y="1234440"/>
              <a:ext cx="4389120" cy="4389120"/>
            </p:xfrm>
            <a:graphic>
              <a:graphicData uri="http://schemas.microsoft.com/office/drawing/2017/model3d">
                <am3d:model3d r:embed="rIdM3d10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7645459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1026" d="1000000"/>
                    <am3d:preTrans dx="0" dy="-57692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66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4" name="!!m-carousel">
                <a:extLst>
                  <a:ext uri="{FF2B5EF4-FFF2-40B4-BE49-F238E27FC236}">
                    <a16:creationId xmlns:a16="http://schemas.microsoft.com/office/drawing/2014/main" id="{A258107A-49E2-6E76-F57F-2CDFCCCCFF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937760" y="1234440"/>
                <a:ext cx="4389120" cy="438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Три чуда — маяк, карусель и торнадо (3D-презентация)</dc:title>
  <dc:subject>Три 3D-модели, созданные с нуля: настоящие модели с автоплеем анимации</dc:subject>
  <dc:creator>omgGame</dc:creator>
  <cp:lastModifiedBy>omgGame</cp:lastModifiedBy>
  <cp:revision>1</cp:revision>
  <dcterms:created xsi:type="dcterms:W3CDTF">2026-10-07T00:52:27Z</dcterms:created>
  <dcterms:modified xsi:type="dcterms:W3CDTF">2026-10-07T00:52:27Z</dcterms:modified>
</cp:coreProperties>
</file>